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>
            <a:spLocks noMove="1" noResize="1" noTextEdit="1"/>
          </p:cNvSpPr>
          <p:nvPr/>
        </p:nvSpPr>
        <p:spPr>
          <a:xfrm>
            <a:off x="8229600" y="914400"/>
            <a:ext cx="18288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00" name="grupo externo"/>
          <p:cNvGrpSpPr>
            <a:grpSpLocks noUngrp="1" noSelect="1"/>
          </p:cNvGrpSpPr>
          <p:nvPr/>
        </p:nvGrpSpPr>
        <p:grpSpPr>
          <a:xfrm>
            <a:off x="914400" y="914400"/>
            <a:ext cx="6400800" cy="1371600"/>
            <a:chOff x="914400" y="914400"/>
            <a:chExt cx="6400800" cy="1371600"/>
          </a:xfrm>
        </p:grpSpPr>
        <p:grpSp>
          <p:nvGrpSpPr>
            <p:cNvPr id="901" name="grupo interno"/>
            <p:cNvGrpSpPr/>
            <p:nvPr/>
          </p:nvGrpSpPr>
          <p:grpSpPr>
            <a:xfrm>
              <a:off x="914400" y="914400"/>
              <a:ext cx="4114800" cy="1371600"/>
              <a:chOff x="914400" y="914400"/>
              <a:chExt cx="4114800" cy="137160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914400" y="914400"/>
                <a:ext cx="1828800" cy="1371600"/>
              </a:xfrm>
              <a:prstGeom prst="rect">
                <a:avLst/>
              </a:prstGeom>
              <a:solidFill>
                <a:srgbClr val="0E7C7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bloco 1</a:t>
                </a: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3200400" y="914400"/>
                <a:ext cx="1828800" cy="1371600"/>
              </a:xfrm>
              <a:prstGeom prst="rect">
                <a:avLst/>
              </a:prstGeom>
              <a:solidFill>
                <a:srgbClr val="0E7C7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bloco 3.5</a:t>
                </a: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5486400" y="914400"/>
              <a:ext cx="1828800" cy="1371600"/>
            </a:xfrm>
            <a:prstGeom prst="rect">
              <a:avLst/>
            </a:prstGeom>
            <a:solidFill>
              <a:srgbClr val="0E7C7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bloco 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