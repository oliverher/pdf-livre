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1 da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4572000" cy="2194560"/>
          </a:xfrm>
          <a:prstGeom prst="roundRect">
            <a:avLst/>
          </a:prstGeom>
          <a:solidFill>
            <a:srgbClr val="0E7C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Indicador de satisfacao ao longo do ciclo de atendimento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2 da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4572000" cy="2194560"/>
          </a:xfrm>
          <a:prstGeom prst="roundRect">
            <a:avLst/>
          </a:prstGeom>
          <a:solidFill>
            <a:srgbClr val="0E7C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Indicador de satisfacao ao longo do ciclo de atendimento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3 da jornada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660473" cy="1948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5 da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4572000" cy="2194560"/>
          </a:xfrm>
          <a:prstGeom prst="roundRect">
            <a:avLst/>
          </a:prstGeom>
          <a:solidFill>
            <a:srgbClr val="0E7C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Indicador de satisfacao ao longo do ciclo de atendimento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6 da jornada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051495" cy="16942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7 da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4572000" cy="2194560"/>
          </a:xfrm>
          <a:prstGeom prst="roundRect">
            <a:avLst/>
          </a:prstGeom>
          <a:solidFill>
            <a:srgbClr val="0E7C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Indicador de satisfacao ao longo do ciclo de atendimento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8 da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4572000" cy="2194560"/>
          </a:xfrm>
          <a:prstGeom prst="roundRect">
            <a:avLst/>
          </a:prstGeom>
          <a:solidFill>
            <a:srgbClr val="0E7C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Indicador de satisfacao ao longo do ciclo de atendimento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9 da jornada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812015" cy="24304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11 da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4572000" cy="2194560"/>
          </a:xfrm>
          <a:prstGeom prst="roundRect">
            <a:avLst/>
          </a:prstGeom>
          <a:solidFill>
            <a:srgbClr val="0E7C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Indicador de satisfacao ao longo do ciclo de atendimento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12 da jornada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775447" cy="15788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13 da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4572000" cy="2194560"/>
          </a:xfrm>
          <a:prstGeom prst="roundRect">
            <a:avLst/>
          </a:prstGeom>
          <a:solidFill>
            <a:srgbClr val="0E7C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Indicador de satisfacao ao longo do ciclo de atendimento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Etapa 14 da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4572000" cy="2194560"/>
          </a:xfrm>
          <a:prstGeom prst="roundRect">
            <a:avLst/>
          </a:prstGeom>
          <a:solidFill>
            <a:srgbClr val="0E7C7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Indicador de satisfacao ao longo do ciclo de atendimento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